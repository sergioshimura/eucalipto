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7CC5F-CBC0-197F-B5F5-12B9FC0A1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00F22-FAD6-50B4-6456-ADF224216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64FF6-8FE1-D2D7-D16F-AFC216070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87989-753C-4CE6-263E-1A0C7BF2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0F888-E139-E7B4-3429-22C98E11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63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8F0B-81EF-9488-22FC-58C02A73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895B-2AA1-2EC5-2DA1-260080725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30D0-7742-0C63-0EF4-D8BEA37D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65858-EE7E-A272-F104-492221C8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30CC0-EB4D-6FEA-9CED-06D0A376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20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232B-7F78-75A1-D2B6-B8AFBF4A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28E63-10D2-1F10-B05B-94AB6B1F5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08050-4628-7FB9-18E6-D2CDA470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AB0EC-B40D-6B41-41B8-B68F9B01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52E0B-1160-94E1-F51C-425E293C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64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C637-6CD3-28A2-123B-4E5FC1CA0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F58E-944E-B4DE-964A-B47CDAA7A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7193A-7176-6478-4224-8603DE8E9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0E92E-7C38-81B4-238F-1A7FAB330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D5F28-3E06-0D00-0C58-DBABC168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26F4-FFA7-EACC-F26E-ED11D971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27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3D03-F341-8B75-2361-2BEB1978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5C5C2-68A5-568C-59A6-B59D5C0FC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A099D-1AEE-561A-134A-D40E8F69A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FB73D-EF0A-DA16-F3C8-DC3A7A614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3C235-551F-90B5-3481-B0CC65654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BBA20A-427C-7A44-2922-6E5A11D1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DB12D7-44B1-9CA7-E806-02D6FE94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5C59A-E6E9-E6E5-DDDD-EA470326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091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1B64-E0FF-4918-DE25-9C9441D4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04493-6572-26B5-F1F8-14D48D50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54319-2738-265E-FC44-B210320D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BC2DF-62C1-D005-FC0B-2360B29C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878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D866CD-9A15-BAEE-1AD3-D5052E08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E99C5-29AC-1D22-6C97-16803EFE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907A4-FA65-CB13-6006-45B10F09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79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4069-4998-2F2A-37E3-9E2FAC56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8232-8B3D-87BE-2960-7702B3175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4CFAF-94AA-6259-C9C3-5C5FA7031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E0BBA-FD50-2A19-E73E-C635C39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D9858-C837-E66F-E50E-45415986E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BCA6F-766B-9EE6-7C97-3E8F2C14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58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C7E5-7E2B-927E-E3BC-D4C90838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CFAC4-B5DD-8205-6FF9-99E7ECDD3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7F285-F91E-CFC3-3C99-772EBDBE2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72045-7759-EF55-4D8D-91112B5F3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0D06-1838-86FB-E9CB-B009462B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0D95E-0D0F-7AAC-CB4C-67F2F998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69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9B72-5B42-7F17-7D3F-02A5641E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BA99A-1656-0769-A2DB-B122199DA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27AFC-BDD5-4277-CB0D-6E4B925A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04EC7-D580-E878-02CD-53B7528F7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8AF5A-7862-7033-8687-82EDBB0E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27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CB003-9585-038D-A24B-110CD6D2D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4D813-6755-D57B-FE0A-155BCE36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2657B-F5F7-CF8B-40E4-7ED254B7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5DDD-7FD2-4F9B-81D6-CBE29769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F75AA-6761-F23E-B797-97991FC5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8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56703-A613-B203-AB68-327826508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B330C-92B9-1FE5-6C54-39684F19A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472F3-B97A-D188-2DCB-754394B2A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8F1CD-07B1-4670-8712-10FDF666C1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69AAB-E892-6FD1-B811-59819D05F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9DD87-8311-855E-14FC-571D5B008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F23AF-CDB8-4034-B1C3-FED947098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191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C0AE81-A350-5171-8226-C3BAF747C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25710"/>
            <a:ext cx="10668000" cy="5741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20EDC5-5313-C44C-14DB-9D69A085BD86}"/>
              </a:ext>
            </a:extLst>
          </p:cNvPr>
          <p:cNvSpPr txBox="1"/>
          <p:nvPr/>
        </p:nvSpPr>
        <p:spPr>
          <a:xfrm>
            <a:off x="1136677" y="102380"/>
            <a:ext cx="9918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Criar projeto novo e montar tela. Aqui usei Word switch, </a:t>
            </a:r>
            <a:r>
              <a:rPr lang="pt-BR" dirty="0" err="1"/>
              <a:t>numeric</a:t>
            </a:r>
            <a:r>
              <a:rPr lang="pt-BR" dirty="0"/>
              <a:t> display, </a:t>
            </a:r>
            <a:r>
              <a:rPr lang="pt-BR" dirty="0" err="1"/>
              <a:t>text</a:t>
            </a:r>
            <a:r>
              <a:rPr lang="pt-BR" dirty="0"/>
              <a:t>, </a:t>
            </a:r>
            <a:r>
              <a:rPr lang="pt-BR" dirty="0" err="1"/>
              <a:t>drop-down</a:t>
            </a:r>
            <a:r>
              <a:rPr lang="pt-BR" dirty="0"/>
              <a:t> </a:t>
            </a:r>
            <a:r>
              <a:rPr lang="pt-BR" dirty="0" err="1"/>
              <a:t>list</a:t>
            </a:r>
            <a:r>
              <a:rPr lang="pt-BR" dirty="0"/>
              <a:t>.</a:t>
            </a:r>
          </a:p>
          <a:p>
            <a:pPr algn="ctr"/>
            <a:r>
              <a:rPr lang="pt-BR" dirty="0"/>
              <a:t>Este projeto está em F:\Agenda\IFSP\P&amp;D\Linear - </a:t>
            </a:r>
            <a:r>
              <a:rPr lang="pt-BR" dirty="0" err="1"/>
              <a:t>Bolsoni</a:t>
            </a:r>
            <a:r>
              <a:rPr lang="pt-BR" dirty="0"/>
              <a:t>\</a:t>
            </a:r>
            <a:r>
              <a:rPr lang="pt-BR" dirty="0" err="1"/>
              <a:t>HMIProject</a:t>
            </a:r>
            <a:r>
              <a:rPr lang="pt-BR" dirty="0"/>
              <a:t>\</a:t>
            </a:r>
            <a:r>
              <a:rPr lang="pt-BR" dirty="0" err="1"/>
              <a:t>HMIProject.pi</a:t>
            </a:r>
            <a:r>
              <a:rPr lang="pt-BR" dirty="0"/>
              <a:t>. Este é a tela principal do </a:t>
            </a:r>
            <a:r>
              <a:rPr lang="pt-BR" dirty="0" err="1"/>
              <a:t>PIStudio</a:t>
            </a:r>
            <a:r>
              <a:rPr lang="pt-BR" dirty="0"/>
              <a:t> 9.5.9</a:t>
            </a:r>
          </a:p>
        </p:txBody>
      </p:sp>
    </p:spTree>
    <p:extLst>
      <p:ext uri="{BB962C8B-B14F-4D97-AF65-F5344CB8AC3E}">
        <p14:creationId xmlns:p14="http://schemas.microsoft.com/office/powerpoint/2010/main" val="4229291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789BF-0058-7DDB-3740-F2C49998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B14AA0-B1F9-D29A-B48A-42A8DECA35D7}"/>
              </a:ext>
            </a:extLst>
          </p:cNvPr>
          <p:cNvSpPr txBox="1"/>
          <p:nvPr/>
        </p:nvSpPr>
        <p:spPr>
          <a:xfrm>
            <a:off x="1397053" y="102380"/>
            <a:ext cx="833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Clicar em </a:t>
            </a:r>
            <a:r>
              <a:rPr lang="pt-BR" dirty="0" err="1"/>
              <a:t>Udisk</a:t>
            </a:r>
            <a:r>
              <a:rPr lang="pt-BR" dirty="0"/>
              <a:t> Download, HMI V2.0, </a:t>
            </a:r>
            <a:r>
              <a:rPr lang="pt-BR" dirty="0" err="1"/>
              <a:t>Browse</a:t>
            </a:r>
            <a:r>
              <a:rPr lang="pt-BR" dirty="0"/>
              <a:t> -&gt; selecionar o </a:t>
            </a:r>
            <a:r>
              <a:rPr lang="pt-BR" dirty="0" err="1"/>
              <a:t>flashdrive</a:t>
            </a:r>
            <a:r>
              <a:rPr lang="pt-BR" dirty="0"/>
              <a:t> e clicar OK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E5414D-EF41-9A35-F8E9-55114B4FD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67013"/>
            <a:ext cx="7520658" cy="527713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B2BC84-67BD-D488-0C27-A2D04D0D165E}"/>
              </a:ext>
            </a:extLst>
          </p:cNvPr>
          <p:cNvSpPr/>
          <p:nvPr/>
        </p:nvSpPr>
        <p:spPr>
          <a:xfrm>
            <a:off x="6953250" y="1866900"/>
            <a:ext cx="914400" cy="2571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C9A03A-7F41-F7F4-1DF0-D125772C2A8E}"/>
              </a:ext>
            </a:extLst>
          </p:cNvPr>
          <p:cNvSpPr/>
          <p:nvPr/>
        </p:nvSpPr>
        <p:spPr>
          <a:xfrm>
            <a:off x="3438525" y="4000500"/>
            <a:ext cx="514350" cy="2571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F54DE6-A215-9B06-44BA-6F8877D42794}"/>
              </a:ext>
            </a:extLst>
          </p:cNvPr>
          <p:cNvSpPr/>
          <p:nvPr/>
        </p:nvSpPr>
        <p:spPr>
          <a:xfrm>
            <a:off x="4295775" y="4933950"/>
            <a:ext cx="914400" cy="2571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087409-5517-C2ED-ED7C-E1ABC94CF43E}"/>
              </a:ext>
            </a:extLst>
          </p:cNvPr>
          <p:cNvSpPr/>
          <p:nvPr/>
        </p:nvSpPr>
        <p:spPr>
          <a:xfrm>
            <a:off x="7972425" y="4924425"/>
            <a:ext cx="628650" cy="2571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58B614-7617-68D0-01F6-BFC79F8707EA}"/>
              </a:ext>
            </a:extLst>
          </p:cNvPr>
          <p:cNvSpPr/>
          <p:nvPr/>
        </p:nvSpPr>
        <p:spPr>
          <a:xfrm>
            <a:off x="6162675" y="5552887"/>
            <a:ext cx="723900" cy="2571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959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1A5A0-A414-3CA0-6CBB-FD49AB0D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40D2A0-A50A-D990-09B2-7B2A832DC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98" y="1758244"/>
            <a:ext cx="6292604" cy="4579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273A91-1935-4119-E712-47CEFE9D31F0}"/>
              </a:ext>
            </a:extLst>
          </p:cNvPr>
          <p:cNvSpPr txBox="1"/>
          <p:nvPr/>
        </p:nvSpPr>
        <p:spPr>
          <a:xfrm>
            <a:off x="1397054" y="102380"/>
            <a:ext cx="9051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Tocar na parte superior direita da tela logo após ligar. Depois de uns 10 s, ele entra no modo “</a:t>
            </a:r>
            <a:r>
              <a:rPr lang="pt-BR" dirty="0" err="1"/>
              <a:t>backstage</a:t>
            </a:r>
            <a:r>
              <a:rPr lang="pt-BR" dirty="0"/>
              <a:t>”. Vai pedir para selecionar a língua (inglês ou chines) e entra na tela de informações e de download.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7098DC-9E06-43E5-6CB9-4EF7941DEF49}"/>
              </a:ext>
            </a:extLst>
          </p:cNvPr>
          <p:cNvSpPr/>
          <p:nvPr/>
        </p:nvSpPr>
        <p:spPr>
          <a:xfrm>
            <a:off x="7848600" y="2781300"/>
            <a:ext cx="533400" cy="4476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53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774C-BE97-0DCE-96AC-13D28B80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853B0A-830C-8616-3837-5067D2D18D4C}"/>
              </a:ext>
            </a:extLst>
          </p:cNvPr>
          <p:cNvSpPr txBox="1"/>
          <p:nvPr/>
        </p:nvSpPr>
        <p:spPr>
          <a:xfrm>
            <a:off x="1570064" y="160132"/>
            <a:ext cx="9051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Etiqueta traseira, tela após selecionar </a:t>
            </a:r>
            <a:r>
              <a:rPr lang="pt-BR" dirty="0" err="1"/>
              <a:t>lingua</a:t>
            </a:r>
            <a:r>
              <a:rPr lang="pt-BR" dirty="0"/>
              <a:t>. Apertando canto superior esquerdo, aparece a tela de calibração do </a:t>
            </a:r>
            <a:r>
              <a:rPr lang="pt-BR" dirty="0" err="1"/>
              <a:t>touch</a:t>
            </a:r>
            <a:r>
              <a:rPr lang="pt-BR" dirty="0"/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FD83AE-BE3D-434B-635C-6B8669B4B755}"/>
              </a:ext>
            </a:extLst>
          </p:cNvPr>
          <p:cNvSpPr/>
          <p:nvPr/>
        </p:nvSpPr>
        <p:spPr>
          <a:xfrm>
            <a:off x="7848600" y="2781300"/>
            <a:ext cx="533400" cy="4476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587CFC-E350-63B1-5C7F-1FC8E06BE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72578" y="25585"/>
            <a:ext cx="2568893" cy="45691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816EEB-D0E4-26DC-219B-D59072F28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624003" y="2594478"/>
            <a:ext cx="2568893" cy="456914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A46AB3-DB3E-4410-62D2-248EC0DFBE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72577" y="2594479"/>
            <a:ext cx="2568893" cy="45691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2155595-888C-3B2B-182D-D1A5758ECD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624004" y="25585"/>
            <a:ext cx="2568893" cy="456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0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12DC-ED77-0ED4-7CD6-94E6FC7B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6807E1-BCB5-E7FF-EBAD-372DB5A3D3E7}"/>
              </a:ext>
            </a:extLst>
          </p:cNvPr>
          <p:cNvSpPr txBox="1"/>
          <p:nvPr/>
        </p:nvSpPr>
        <p:spPr>
          <a:xfrm>
            <a:off x="2945300" y="202954"/>
            <a:ext cx="684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Na seção Network aparecem 4 opções: ethernet, </a:t>
            </a:r>
            <a:r>
              <a:rPr lang="pt-BR" dirty="0" err="1"/>
              <a:t>wlan</a:t>
            </a:r>
            <a:r>
              <a:rPr lang="pt-BR" dirty="0"/>
              <a:t>, 4g, </a:t>
            </a:r>
            <a:r>
              <a:rPr lang="pt-BR" dirty="0" err="1"/>
              <a:t>extend</a:t>
            </a:r>
            <a:r>
              <a:rPr lang="pt-BR" dirty="0"/>
              <a:t>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5BDDAF-8FCB-0FE3-B5AC-EA8C731EE885}"/>
              </a:ext>
            </a:extLst>
          </p:cNvPr>
          <p:cNvSpPr/>
          <p:nvPr/>
        </p:nvSpPr>
        <p:spPr>
          <a:xfrm>
            <a:off x="7848600" y="2781300"/>
            <a:ext cx="533400" cy="4476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C6EAE-0DC1-B585-F6FB-D41A498D1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2536" y="106259"/>
            <a:ext cx="2568893" cy="45691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190FB96-C1DB-0639-D3E8-BFDFADFB6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672337" y="106258"/>
            <a:ext cx="2568893" cy="456914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911C886-9A51-FD04-7596-A3063624E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81940" y="2901362"/>
            <a:ext cx="2568893" cy="456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87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B0366-7564-326A-687B-0098B20A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9730BD-5BF5-E42E-1D99-846FAA3716E3}"/>
              </a:ext>
            </a:extLst>
          </p:cNvPr>
          <p:cNvSpPr txBox="1"/>
          <p:nvPr/>
        </p:nvSpPr>
        <p:spPr>
          <a:xfrm>
            <a:off x="1570064" y="198416"/>
            <a:ext cx="9051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Em Update, HMI Project é que fazemos o download do projeto. Ao colocar o </a:t>
            </a:r>
            <a:r>
              <a:rPr lang="pt-BR" dirty="0" err="1"/>
              <a:t>flashdrive</a:t>
            </a:r>
            <a:r>
              <a:rPr lang="pt-BR" dirty="0"/>
              <a:t> na entrada tipo A, ele mostra o arquivo extensão .wmt3. A aba System contem parametrização que pode ser feita no </a:t>
            </a:r>
            <a:r>
              <a:rPr lang="pt-BR" dirty="0" err="1"/>
              <a:t>PIStudio</a:t>
            </a:r>
            <a:r>
              <a:rPr lang="pt-BR" dirty="0"/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14C9DC-F135-5FF2-BB16-831BD0946828}"/>
              </a:ext>
            </a:extLst>
          </p:cNvPr>
          <p:cNvSpPr/>
          <p:nvPr/>
        </p:nvSpPr>
        <p:spPr>
          <a:xfrm>
            <a:off x="7848600" y="2781300"/>
            <a:ext cx="533400" cy="447675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F37D50-BDED-FD39-3C67-928AF960C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37387" y="385891"/>
            <a:ext cx="2568893" cy="4569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76D068-EC17-C431-96C9-718B6121D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313484" y="385891"/>
            <a:ext cx="2568893" cy="4569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2D40B-A591-C8E6-9429-C60721BE74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28912" y="3003015"/>
            <a:ext cx="2568893" cy="456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2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191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Shimura</dc:creator>
  <cp:lastModifiedBy>Sergio Shimura</cp:lastModifiedBy>
  <cp:revision>2</cp:revision>
  <dcterms:created xsi:type="dcterms:W3CDTF">2026-02-24T15:18:11Z</dcterms:created>
  <dcterms:modified xsi:type="dcterms:W3CDTF">2026-02-24T15:41:51Z</dcterms:modified>
</cp:coreProperties>
</file>